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'Hi, I'm [Your Name]. Today I'll walk you through RetailPOS — a production-grade Point-of-Sale system I built using a microservices architecture with Angular on the front end and ASP.NET Core on the back end. Let me start with the problem this solves.'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'Traditional retail software is monolithic — a single bug brings the entire system down. There's no multi-store support, no real-time data, and managers are flying blind without analytics. RetailPOS solves all of these.'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'RetailPOS gives retailers a complete platform — secure multi-store login, permission-based roles, real-time billing and returns, and a built-in AI assistant. Everything a modern retail business needs.'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'The architecture is a classic microservices setup. Angular talks to the Ocelot API Gateway, which routes to 8 independently deployable .NET services. They share a message bus through RabbitMQ using MassTransit. Each service owns its own SQL Server database — this is the Database-per-Service pattern, key for microservices.'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'Every tech choice was deliberate. Angular Signals replace NgRx for reactive state with less boilerplate. ASP.NET Core 9 is the fastest .NET version ever. MassTransit's Saga pattern solves distributed transaction problems — I'll explain that shortly. Everything runs in Docker so it's fully reproducible.'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'This is the checkout flow — 8 steps, completely event-driven. The Checkout Saga orchestrates PaymentService and CatalogService. If payment fails, the saga rolls back. If stock fails, payment is refunded. This is exactly how real distributed systems maintain consistency without a single database.'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'All requests go through the Ocelot gateway — the Angular app never knows individual service ports. The gateway applies QoS: 3 exceptions before circuit break, 5-second timeout. Each endpoint is protected by fine-grained permission policies, not just roles.'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'These are the patterns that make the code maintainable and testable. The Saga pattern is the most interesting — it's a state machine that coordinates OrdersService, PaymentService, and CatalogService. If any step fails, it compensates — like a database transaction, but across services.'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'The Angular app is organized into core, features, and shared. Features are lazy-loaded — the billing module only downloads when the cashier navigates there. The auth interceptor automatically attaches the JWT to every request. The error interceptor shows a toast for any 4xx/5xx response globally.'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'Security is layered. First, OTP-based 2FA on login. Second, every API endpoint has a specific permission policy — even admins can't call endpoints outside their permission set. Refresh tokens are HttpOnly cookies — can't be stolen by JavaScript. The global middleware catches all exceptions uniformly.'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'Six major feature areas — and each one is backed by a dedicated microservice. The multi-tenancy is interesting: TenantProvider extracts the StoreId from the JWT and scopes every database query. So a cashier in Store A can never see Store B data, even through the same API.'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'The hardest challenge was distributed transaction consistency. When a cashier checks out, three services must all succeed or all roll back. The MassTransit Saga solved this with a state machine. I also hit a race condition where payment events arrived before the saga was initialized — I handled that with a WaitingForInitiation state.'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'The architecture is already built for scale. Because each service is independent, I can scale just the OrdersService during a sale rush without touching anything else. My top improvement would be Redis caching for the product catalog — that's the most-hit endpoint and currently goes to the database every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'My demo follows this exact script. Start with registration to show the OTP email flow. Then admin approval — this shows multi-role architecture. Then billing to show real-time cart. Checkout to demonstrate the saga. End with the admin dashboard and AI chatbot — these are the most impressive parts.'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'To wrap up — RetailPOS is not a CRUD tutorial project. It uses the same patterns you'll find in enterprise software: microservices, sagas, event sourcing, multi-tenancy, real-time push. I built this to understand how production systems actually work — and I'm ready to discuss any part of it in depth.'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'I'm ready for deep technical questions. The Saga and multi-tenancy questions are the trickiest — I've explained both in previous slides and can go deeper on any of them.'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315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2044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RetailPOS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3520440" y="1536192"/>
            <a:ext cx="22860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1691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Microservices Point-of-Sale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20440" y="2423160"/>
            <a:ext cx="1572768" cy="310896"/>
          </a:xfrm>
          <a:prstGeom prst="rect">
            <a:avLst>
              <a:gd name="adj" fmla="val 17647"/>
            </a:avLst>
          </a:prstGeom>
          <a:solidFill>
            <a:srgbClr val="00C2B2">
              <a:alpha val="25000"/>
            </a:srgbClr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24231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423160"/>
            <a:ext cx="1572768" cy="310896"/>
          </a:xfrm>
          <a:prstGeom prst="rect">
            <a:avLst>
              <a:gd name="adj" fmla="val 17647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24231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95160" y="2423160"/>
            <a:ext cx="1572768" cy="310896"/>
          </a:xfrm>
          <a:prstGeom prst="rect">
            <a:avLst>
              <a:gd name="adj" fmla="val 17647"/>
            </a:avLst>
          </a:prstGeom>
          <a:solidFill>
            <a:srgbClr val="4A90D9">
              <a:alpha val="2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4231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0440" y="2862072"/>
            <a:ext cx="1572768" cy="310896"/>
          </a:xfrm>
          <a:prstGeom prst="rect">
            <a:avLst>
              <a:gd name="adj" fmla="val 17647"/>
            </a:avLst>
          </a:prstGeom>
          <a:solidFill>
            <a:srgbClr val="8054C7">
              <a:alpha val="25000"/>
            </a:srgbClr>
          </a:solidFill>
          <a:ln w="12700">
            <a:solidFill>
              <a:srgbClr val="805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· MassTransit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57800" y="2862072"/>
            <a:ext cx="1572768" cy="310896"/>
          </a:xfrm>
          <a:prstGeom prst="rect">
            <a:avLst>
              <a:gd name="adj" fmla="val 17647"/>
            </a:avLst>
          </a:prstGeom>
          <a:solidFill>
            <a:srgbClr val="2496ED">
              <a:alpha val="25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286207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8600" y="3474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2860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Traditional POS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56032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15087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45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Monolithic Systems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9933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POS = single deployable unit. One bug takes down everything.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463040"/>
            <a:ext cx="4069080" cy="15087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463040"/>
            <a:ext cx="64008" cy="15087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7830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645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Multi-Tenancy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15000" y="19933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stores can't share one platform securely.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4069080" cy="15087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54680"/>
            <a:ext cx="64008" cy="15087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747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Sync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6850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payments, and notifications are out of sync.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800600" y="3154680"/>
            <a:ext cx="4069080" cy="15087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154680"/>
            <a:ext cx="64008" cy="15087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4747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Business Insights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715000" y="36850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no reports, no data-driven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RetailPOS Achieves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01168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POS supporting multiple stores from one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Admin, StoreManager, Cashier — each with fine-grained permissions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94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877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billing, payments, returns and inventory management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1638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microservices ensuring data consistency across services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21608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216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73989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 for staff guidance and support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02920" cy="40233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159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with live sales, returns and stock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Microservices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19456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2560320" cy="7315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08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19 SPA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Routing + Guards + Interceptors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55448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47872" y="1417320"/>
            <a:ext cx="2194560" cy="731520"/>
          </a:xfrm>
          <a:prstGeom prst="rect">
            <a:avLst/>
          </a:prstGeom>
          <a:solidFill>
            <a:srgbClr val="183555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3619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87952" y="1508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Ocelot API Gateway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187952" y="17190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QoS · CORS · JWT Auth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554480"/>
            <a:ext cx="411480" cy="4114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141732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364224" y="1508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364224" y="1764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OTP + Google Auth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772400" y="141732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827264" y="1508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827264" y="1764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Categories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6309360" y="228600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364224" y="2377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OrdersService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364224" y="26334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+ Checkout Saga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772400" y="228600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827264" y="23774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827264" y="26334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Cash/Card/UPI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309360" y="315468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364224" y="3246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364224" y="3502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Reports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7772400" y="315468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827264" y="3246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ReturnsService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827264" y="3502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309360" y="402336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6364224" y="4114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NotifService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364224" y="43708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+ Events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7772400" y="4023360"/>
            <a:ext cx="1389888" cy="749808"/>
          </a:xfrm>
          <a:prstGeom prst="rect">
            <a:avLst/>
          </a:prstGeom>
          <a:solidFill>
            <a:srgbClr val="0E2140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827264" y="4114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AIService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7827264" y="43708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Chatbot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663440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0120" y="4663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(MassTransit)  —  Event Bus: All services communicate asynchronously via messages / sagas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11480" y="4114800"/>
            <a:ext cx="256032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69664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60120" y="4169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2025  |  EF Core  |  Per-service DB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Choices — Why Each One?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92608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417320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508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51560" y="1673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19 (Standalone)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892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lazy-loading, strong typing — enterprise-grade SPA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1417320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1508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394960" y="1673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9 Web API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94960" y="1892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High-performance, DI built-in, best-in-class async support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" y="2313432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96312"/>
            <a:ext cx="384048" cy="3840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11480" y="2313432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2404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051560" y="2569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 2025 + EF Core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515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transactions; EF Core migrations keep schema version-controlled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54880" y="2313432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96312"/>
            <a:ext cx="384048" cy="3840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754880" y="2313432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94960" y="2404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5394960" y="2569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RabbitMQ + MassTransit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3949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async events; Saga orchestration for distributed transactions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11480" y="3209544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92424"/>
            <a:ext cx="384048" cy="38404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11480" y="3209544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051560" y="3300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051560" y="34655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Ocelot API Gateway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05156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point, QoS (circuit-breaker, timeouts), JWT validation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754880" y="3209544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92424"/>
            <a:ext cx="384048" cy="38404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754880" y="3209544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394960" y="3300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5394960" y="34655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SignalR (NotificationService)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39496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to UI without polling — low-latency, WebSocket-based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411480" y="4105656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88536"/>
            <a:ext cx="384048" cy="38404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411480" y="4105656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105156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1051560" y="4361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 via AIService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051560" y="4581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chatbot assistant for staff — REST wrapper microservice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4754880" y="4105656"/>
            <a:ext cx="411480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288536"/>
            <a:ext cx="384048" cy="38404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4754880" y="4105656"/>
            <a:ext cx="54864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539496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DEVOPS</a:t>
            </a:r>
            <a:endParaRPr lang="en-US" sz="850" dirty="0"/>
          </a:p>
        </p:txBody>
      </p:sp>
      <p:sp>
        <p:nvSpPr>
          <p:cNvPr id="52" name="Text 42"/>
          <p:cNvSpPr/>
          <p:nvPr/>
        </p:nvSpPr>
        <p:spPr>
          <a:xfrm>
            <a:off x="5394960" y="4361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5394960" y="4581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environments; all 10+ services run with one command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E2E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End-to-End: Billing a Sale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2860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2646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" y="17739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87552" y="1435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scans items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1435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Billing Component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" y="22311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87552" y="1892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/gateway/orders/bills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892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routes → OrdersService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" y="26883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87552" y="2350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saved to 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BillService → EF Core → SQL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9806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" y="31455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87552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clicks Checkout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2807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/finalize → Saga initiated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" y="36027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87552" y="3264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processes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PaymentProcessed published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" y="40599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87552" y="3721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 deducts stock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3721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StockDeducted published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16966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" y="4517136"/>
            <a:ext cx="0" cy="137160"/>
          </a:xfrm>
          <a:prstGeom prst="line">
            <a:avLst/>
          </a:prstGeom>
          <a:noFill/>
          <a:ln w="12700">
            <a:solidFill>
              <a:srgbClr val="8FA5C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987552" y="4178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OrdersService finalizes bill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4178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completes → bill marked Paid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62686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7552" y="4636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notification pushed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4636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 updates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API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API Endpoints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64592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356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426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/gateway/auth/login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OTP trigger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389888"/>
            <a:ext cx="8366760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928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883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/gateway/auth/verify-login-otp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verify → JWT issued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00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/gateway/auth/google-login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340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340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integration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304288"/>
            <a:ext cx="8366760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07208"/>
            <a:ext cx="658368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07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/gateway/catalog/products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798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2798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product list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2644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64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/gateway/orders/bills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 cart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218688"/>
            <a:ext cx="8366760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216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216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3712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/gateway/orders/bills/{id}/finalize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OrdersService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checkout saga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178808"/>
            <a:ext cx="658368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788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8720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/gateway/payment/pay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169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4169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133088"/>
            <a:ext cx="8366760" cy="38404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636008"/>
            <a:ext cx="658368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360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88720" y="4626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/gateway/admin/dashboard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4626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4626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inventory KPIs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CORE CONCEPTS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Concepts Applied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56032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64208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89888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17739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registered in DI container. Interfaces injected — not concrete classes. Enables unit testing with mocks.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389888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64208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00600" y="1389888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77840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+ Service Pattern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77840" y="17739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isolated in repositories. Business logic in services. Controllers are thin — just HTTP in/out.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596896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71216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2596896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23444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DTOs (Data Transfer Objects)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34440" y="29809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 never exposed directly. DTOs decouple API contract from DB schema — safer &amp; versioable.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00600" y="2596896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87121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00600" y="2596896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57784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Saga Pattern (MassTransit)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77840" y="29809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Saga: multi-step distributed transaction. State machine handles success, failure and timeout compensation.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803904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78224"/>
            <a:ext cx="457200" cy="4572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57200" y="3803904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23444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Pipeline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34440" y="4187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ExceptionMiddleware catches all errors. Returns consistent JSON error shape. No try-catch in controllers.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800600" y="3803904"/>
            <a:ext cx="4069080" cy="109728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4078224"/>
            <a:ext cx="457200" cy="4572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800600" y="3803904"/>
            <a:ext cx="54864" cy="109728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57784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 Core + Migrations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77840" y="4187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schema. Migrations are version-controlled. Supports stored procedures for complex paginated queries.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Frontend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37744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3977640" cy="35661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" cy="35661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guards/    → authGuard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interceptors/  → auth +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→ api, auth, signalr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auth/      → login, signup, otp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pos/       → billing, payment, returns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admin/     → dashboard, inventory, staff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ai-chatbot, navbar, sidebar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389888"/>
            <a:ext cx="4114800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Angular Features Used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901952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102352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(no NgModule)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02352" y="2258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routes (loadComponent)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7860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02352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 for reactive state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1693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02352" y="2935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Interceptors: auto-attach JWT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25526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02352" y="3273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Guards: authGuard + role check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617720" y="3127248"/>
            <a:ext cx="4114800" cy="18288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475488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→ API Call Pattern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75488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Component → inject(OrderApiService)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75488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service.createBill(dto).subscribe()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75488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HttpClient → Auth Interceptor adds JWT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75488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Error Interceptor → global toast msg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Validation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8288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813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+ OTP Authentication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77393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issues short-lived JWT. Login OTP adds 2FA layer. Refresh token stored in HttpOnly cookie — XSS-proof.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64008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377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Permission-Based Authorization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25880" y="267004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uses [Authorize(Policy = Permissions.X.Y)]. Fine-grained policies (e.g. Orders.Finalize) — not just role checks.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182112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82112"/>
            <a:ext cx="64008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735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OAuth Integration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25880" y="35661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sign in via Google. Server validates IdToken with Google API before issuing JWT.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078224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078224"/>
            <a:ext cx="64008" cy="80467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61104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96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 + Error Handling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25880" y="44622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ExceptionMiddleware: NotFoundException → 404, DomainException → 400, unhandled → 500. Consistent JSON error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RetailPOS Can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8288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8988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396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Billing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43230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products, manage cart, apply discounts, finalize — live. Cart persists (hold/resume).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38988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5544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21396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Payments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243230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UPI. Payment service handles each type with event publishing on success/failure.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27064" y="138988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554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18504" y="21396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Management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18504" y="243230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ReturnsService processes refunds, restores stock via events, notifies admin in real-time.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317296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375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" y="392277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42153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revenue, top products, stock alerts. Data aggregated via event consumers.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319272" y="317296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33756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410712" y="392277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Multi-Store &amp; Multi-Tenant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410712" y="42153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 is a tenant. TenantProvider scopes all queries by StoreId from the JWT claim.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227064" y="3172968"/>
            <a:ext cx="2724912" cy="160020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337560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18504" y="392277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Chatbot (Gemini)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318504" y="421538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ask the AI chatbot for help. Context-aware, powered by Google Gemini API.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Challenges &amp; How I Solved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92608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Distributed Transaction Consistency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34440" y="17739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 Checkout Saga (MassTransit StateMachine). 5-minute timeout, automatic compensation on failure. Outbox pattern prevents message loss on crash.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591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Race Condition: Payment &amp; Stock Events Out of Order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234440" y="26700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Saga handles both orderings: 'WaitingForInitiation' state catches early PaymentProcessed events before CheckoutInitiated arrives.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82112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82112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2552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Multi-Tenant Data Isolation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234440" y="35661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TenantProvider extracts StoreId from JWT. Every EF query scoped at repository level — no chance of cross-store data leak.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078224"/>
            <a:ext cx="8366760" cy="80467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078224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61104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Real-Time Notifications Across Services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234440" y="446227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NotificationService listens to RabbitMQ events and pushes SignalR messages to connected Angular clients. Fully decoupled.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SCALABILITY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Improvements &amp; Scaling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56032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3977640" cy="35661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" cy="356616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I'd Improve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385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9568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Redis caching for product catalog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323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450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CQRS with separate read models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944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OpenTelemetry distributed tracing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1985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gRPC for internal service calls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Kubernetes manifests for prod deploy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0740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51560" y="4425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pipeline with GitHub Actions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617720" y="1389888"/>
            <a:ext cx="4114800" cy="3566160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617720" y="1389888"/>
            <a:ext cx="54864" cy="3566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84632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This System Scales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846320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Scaling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846320" y="21945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scales independently. Spin up 5 OrdersService instances during peak — RabbitMQ distributes load.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846320" y="2761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per Service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846320" y="3017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database = no schema coupling. Each DB scales (read replicas, sharding) independently.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84632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Decoupling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846320" y="38404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don't wait for consumers. System stays responsive under load.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846320" y="4407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 as Single Entry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846320" y="4663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can load-balance across service instances. Add rate limiting for DDoS protection.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DEMO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92024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1790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Landing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page — show responsive design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17904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Verify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verification flow, pending approval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231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Staff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→ Staff management → Approve user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231136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231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Login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OTP 2FA — JWT stored, role detected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Screen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products, search by name/barcode, cart update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 Payment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payment method → Saga runs → Bill finalized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657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895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updates live via SignalR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Return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895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ReturnsService → stock restored → refund issued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370832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top products, inventory alerts — live KPIs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370832"/>
            <a:ext cx="347472" cy="347472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46085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chatbot a question — Gemini responds in context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14416" y="0"/>
            <a:ext cx="54864" cy="514350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Built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3716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4813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independently deployable microservices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36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19019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with Saga pattern for consistency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42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23225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OTP + Google OAuth security stack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2491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2743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SignalR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4553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1248" y="3163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multi-role, permission-scoped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248" y="35844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 (Gemini API)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86784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41248" y="40050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 Compose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07408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41248" y="44256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 with xUnit across all services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914400"/>
            <a:ext cx="1097280" cy="10972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852160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</a:t>
            </a:r>
            <a:endParaRPr lang="en-US" sz="2200" dirty="0"/>
          </a:p>
        </p:txBody>
      </p:sp>
      <p:sp>
        <p:nvSpPr>
          <p:cNvPr id="26" name="Text 15"/>
          <p:cNvSpPr/>
          <p:nvPr/>
        </p:nvSpPr>
        <p:spPr>
          <a:xfrm>
            <a:off x="58521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CRUD app.</a:t>
            </a:r>
            <a:endParaRPr lang="en-US" sz="1400" dirty="0"/>
          </a:p>
        </p:txBody>
      </p:sp>
      <p:sp>
        <p:nvSpPr>
          <p:cNvPr id="27" name="Text 16"/>
          <p:cNvSpPr/>
          <p:nvPr/>
        </p:nvSpPr>
        <p:spPr>
          <a:xfrm>
            <a:off x="585216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built the 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companies build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Q&amp;A PREP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 Interview Questions &amp;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200400" cy="411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592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Why microservices vs monolith?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3856" y="17922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Independent scaling, deploy, fault isolation. Monolith fine for MVP — I chose microservices to learn real patterns.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38988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38988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459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7256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does the Saga pattern work?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77256" y="17922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State machine across services. CheckoutSaga: Initiated → PaymentProcessing → StockDeduction → Complete. Compensates on failure.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57860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57860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346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33856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do you prevent duplicate messages?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3856" y="29809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MassTransit Outbox pattern. Messages are written to DB atomically with the state change, then published after commit.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00600" y="257860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257860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83464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77256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What's the role of the API Gateway?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77256" y="29809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Single entry point. Handles routing, QoS (circuit breaker, timeout), CORS, JWT validation before services are hit.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76732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376732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2336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33856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does multi-tenancy work?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33856" y="41696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StoreId extracted from JWT claim by TenantProvider. Every EF query scoped by StoreId — no cross-store data leak.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800600" y="3767328"/>
            <a:ext cx="4069080" cy="1078992"/>
          </a:xfrm>
          <a:prstGeom prst="rect">
            <a:avLst/>
          </a:prstGeom>
          <a:solidFill>
            <a:srgbClr val="162244"/>
          </a:solidFill>
          <a:ln w="12700">
            <a:solidFill>
              <a:srgbClr val="1E305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00600" y="3767328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402336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77256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would you add a new feature?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77256" y="41696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New service with its own DB. Publish/subscribe to existing events. Zero changes to other services.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RetailPOS – Interview Presentation</dc:title>
  <dc:subject>PptxGenJS Presentation</dc:subject>
  <dc:creator>RetailPOS Developer</dc:creator>
  <cp:lastModifiedBy>RetailPOS Developer</cp:lastModifiedBy>
  <cp:revision>1</cp:revision>
  <dcterms:created xsi:type="dcterms:W3CDTF">2026-05-04T05:07:54Z</dcterms:created>
  <dcterms:modified xsi:type="dcterms:W3CDTF">2026-05-04T05:07:54Z</dcterms:modified>
</cp:coreProperties>
</file>